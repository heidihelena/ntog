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poster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1387816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7772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2B8C2"/>
            </a:solidFill>
            <a:prstDash val="solid"/>
          </a:ln>
        </p:spPr>
      </p:sp>
      <p:pic>
        <p:nvPicPr>
          <p:cNvPr id="4" name="Image 1" descr="/Users/heidiandersen/ntog/ntog-logo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1920240" cy="19202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31920" y="777240"/>
            <a:ext cx="1664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8D2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NLCS 2027  ·  16th Nordic Lung Cancer Symposium  ·  13–15 May 2027  ·  Copenhagen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3931920" y="1371600"/>
            <a:ext cx="1664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 Poster title goes here — keep it short and specific ]</a:t>
            </a:r>
            <a:endParaRPr lang="en-US" sz="4000" dirty="0"/>
          </a:p>
        </p:txBody>
      </p:sp>
      <p:sp>
        <p:nvSpPr>
          <p:cNvPr id="7" name="Text 3"/>
          <p:cNvSpPr/>
          <p:nvPr/>
        </p:nvSpPr>
        <p:spPr>
          <a:xfrm>
            <a:off x="3931920" y="306324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Author A¹, Author B², Author C¹ ]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3931920" y="361188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D2D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¹ Affiliation, City, Country · ² Affiliation, City, Country ]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229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822960" y="5623560"/>
            <a:ext cx="6400800" cy="4023360"/>
          </a:xfrm>
          <a:prstGeom prst="roundRect">
            <a:avLst>
              <a:gd name="adj" fmla="val 1136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143000" y="5897880"/>
            <a:ext cx="5760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Clinical problem; why it matters; how common in the Nordic setting. ]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10287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822960" y="10972800"/>
            <a:ext cx="6400800" cy="2377440"/>
          </a:xfrm>
          <a:prstGeom prst="roundRect">
            <a:avLst>
              <a:gd name="adj" fmla="val 192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43000" y="11247120"/>
            <a:ext cx="5760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The single question this study set out to answer. ]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822960" y="1399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Methods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822960" y="14676120"/>
            <a:ext cx="6400800" cy="5486400"/>
          </a:xfrm>
          <a:prstGeom prst="roundRect">
            <a:avLst>
              <a:gd name="adj" fmla="val 83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43000" y="14950440"/>
            <a:ext cx="5760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Design, setting, population. ]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Data sources / measurements. ]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Analysis. ]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777240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7772400" y="5623560"/>
            <a:ext cx="6400800" cy="6583680"/>
          </a:xfrm>
          <a:prstGeom prst="roundRect">
            <a:avLst>
              <a:gd name="adj" fmla="val 714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772400" y="5623560"/>
            <a:ext cx="6400800" cy="6583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Figure 1 — paste your chart or image ]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7772400" y="12664440"/>
            <a:ext cx="6400800" cy="5669280"/>
          </a:xfrm>
          <a:prstGeom prst="roundRect">
            <a:avLst>
              <a:gd name="adj" fmla="val 806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772400" y="12664440"/>
            <a:ext cx="64008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Table 1 / Figure 2 ]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7772400" y="1879092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One or two sentences highlighting the key finding. ]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1472184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Conclusions &amp; interpretation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4721840" y="5623560"/>
            <a:ext cx="6400800" cy="5486400"/>
          </a:xfrm>
          <a:prstGeom prst="roundRect">
            <a:avLst>
              <a:gd name="adj" fmla="val 83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5041880" y="5897880"/>
            <a:ext cx="5760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Main finding · what it means · implication for Nordic lung-cancer care or research. ]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14721840" y="117500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28" name="Shape 24"/>
          <p:cNvSpPr/>
          <p:nvPr/>
        </p:nvSpPr>
        <p:spPr>
          <a:xfrm>
            <a:off x="14721840" y="12435840"/>
            <a:ext cx="6400800" cy="3657600"/>
          </a:xfrm>
          <a:prstGeom prst="roundRect">
            <a:avLst>
              <a:gd name="adj" fmla="val 1250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5041880" y="1271016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[ 1. … ]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[ 2. … ]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[ 3. … ]</a:t>
            </a:r>
            <a:endParaRPr lang="en-US" sz="2200" dirty="0"/>
          </a:p>
        </p:txBody>
      </p:sp>
      <p:sp>
        <p:nvSpPr>
          <p:cNvPr id="30" name="Text 26"/>
          <p:cNvSpPr/>
          <p:nvPr/>
        </p:nvSpPr>
        <p:spPr>
          <a:xfrm>
            <a:off x="14721840" y="167335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Acknowledgements &amp; funding</a:t>
            </a:r>
            <a:endParaRPr lang="en-US" sz="3000" dirty="0"/>
          </a:p>
        </p:txBody>
      </p:sp>
      <p:sp>
        <p:nvSpPr>
          <p:cNvPr id="31" name="Shape 27"/>
          <p:cNvSpPr/>
          <p:nvPr/>
        </p:nvSpPr>
        <p:spPr>
          <a:xfrm>
            <a:off x="14721840" y="17419320"/>
            <a:ext cx="6400800" cy="2743200"/>
          </a:xfrm>
          <a:prstGeom prst="roundRect">
            <a:avLst>
              <a:gd name="adj" fmla="val 1667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5041880" y="1769364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Funding sources, collaborators, contact. ]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0" y="28986480"/>
            <a:ext cx="21387816" cy="1289304"/>
          </a:xfrm>
          <a:prstGeom prst="rect">
            <a:avLst/>
          </a:prstGeom>
          <a:solidFill>
            <a:srgbClr val="74101F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" y="2921508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2B8C2"/>
            </a:solidFill>
            <a:prstDash val="solid"/>
          </a:ln>
        </p:spPr>
      </p:sp>
      <p:pic>
        <p:nvPicPr>
          <p:cNvPr id="35" name="Image 2" descr="/Users/heidiandersen/ntog/ntog-logo-10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9338524"/>
            <a:ext cx="576072" cy="576072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1920240" y="28986480"/>
            <a:ext cx="18653760" cy="1289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Contact: [ email@institution ]      ntog.org/ntog2027      #NLCS2027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2026-06-20T05:29:54Z</dcterms:created>
  <dcterms:modified xsi:type="dcterms:W3CDTF">2026-06-20T05:29:54Z</dcterms:modified>
</cp:coreProperties>
</file>