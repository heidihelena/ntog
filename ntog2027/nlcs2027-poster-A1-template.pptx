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387816" cy="30275784"/>
  <p:notesSz cx="30275784" cy="2138781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poster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1387816" cy="4297680"/>
          </a:xfrm>
          <a:prstGeom prst="rect">
            <a:avLst/>
          </a:prstGeom>
        </p:spPr>
      </p:pic>
      <p:pic>
        <p:nvPicPr>
          <p:cNvPr id="3" name="Image 1" descr="/Users/heidiandersen/ntog/ntog-logo-10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77240"/>
            <a:ext cx="2743200" cy="2743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931920" y="777240"/>
            <a:ext cx="1664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F8D2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NLCS 2027  ·  16th Nordic Lung Cancer Symposium  ·  13–15 May 2027  ·  Copenhagen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3931920" y="1325880"/>
            <a:ext cx="16642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poster title — short, specific, and results-forward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3931920" y="3108960"/>
            <a:ext cx="1664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Author A¹, Author B², Author C¹   (underline the presenting author)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3931920" y="3657600"/>
            <a:ext cx="1664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D2D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¹ Affiliation, City, Country   ·   ² Affiliation, City, Country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822960" y="4709160"/>
            <a:ext cx="19741896" cy="1783080"/>
          </a:xfrm>
          <a:prstGeom prst="roundRect">
            <a:avLst>
              <a:gd name="adj" fmla="val 3077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22960" y="4709160"/>
            <a:ext cx="164592" cy="178308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0" name="Text 6"/>
          <p:cNvSpPr/>
          <p:nvPr/>
        </p:nvSpPr>
        <p:spPr>
          <a:xfrm>
            <a:off x="1325880" y="4882896"/>
            <a:ext cx="1883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TAKE-HOME MESSAGE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1325880" y="5340096"/>
            <a:ext cx="18836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one sentence a passer-by should remember — your single most important, specific finding.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69037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Background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822960" y="7488936"/>
            <a:ext cx="2011680" cy="0"/>
          </a:xfrm>
          <a:prstGeom prst="line">
            <a:avLst/>
          </a:prstGeom>
          <a:noFill/>
          <a:ln w="38100">
            <a:solidFill>
              <a:srgbClr val="C8102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7653528"/>
            <a:ext cx="6400800" cy="4389120"/>
          </a:xfrm>
          <a:prstGeom prst="roundRect">
            <a:avLst>
              <a:gd name="adj" fmla="val 1042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188720" y="7909560"/>
            <a:ext cx="56692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1–2 sentences: the clinical problem, why it matters, and how common it is — then the gap your study fills.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822960" y="12591288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Aim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822960" y="13176504"/>
            <a:ext cx="2011680" cy="0"/>
          </a:xfrm>
          <a:prstGeom prst="line">
            <a:avLst/>
          </a:prstGeom>
          <a:noFill/>
          <a:ln w="38100">
            <a:solidFill>
              <a:srgbClr val="C8102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2960" y="13341096"/>
            <a:ext cx="6400800" cy="2560320"/>
          </a:xfrm>
          <a:prstGeom prst="roundRect">
            <a:avLst>
              <a:gd name="adj" fmla="val 1786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1188720" y="13597128"/>
            <a:ext cx="56692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sentence: the single, specific, answerable question or objective.</a:t>
            </a:r>
            <a:endParaRPr lang="en-US" sz="2200" dirty="0"/>
          </a:p>
        </p:txBody>
      </p:sp>
      <p:sp>
        <p:nvSpPr>
          <p:cNvPr id="20" name="Text 16"/>
          <p:cNvSpPr/>
          <p:nvPr/>
        </p:nvSpPr>
        <p:spPr>
          <a:xfrm>
            <a:off x="822960" y="16450056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Methods</a:t>
            </a:r>
            <a:endParaRPr lang="en-US" sz="3000" dirty="0"/>
          </a:p>
        </p:txBody>
      </p:sp>
      <p:sp>
        <p:nvSpPr>
          <p:cNvPr id="21" name="Shape 17"/>
          <p:cNvSpPr/>
          <p:nvPr/>
        </p:nvSpPr>
        <p:spPr>
          <a:xfrm>
            <a:off x="822960" y="17035272"/>
            <a:ext cx="2011680" cy="0"/>
          </a:xfrm>
          <a:prstGeom prst="line">
            <a:avLst/>
          </a:prstGeom>
          <a:noFill/>
          <a:ln w="38100">
            <a:solidFill>
              <a:srgbClr val="C8102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22960" y="17199864"/>
            <a:ext cx="6400800" cy="7863840"/>
          </a:xfrm>
          <a:prstGeom prst="roundRect">
            <a:avLst>
              <a:gd name="adj" fmla="val 714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88720" y="17455896"/>
            <a:ext cx="5669280" cy="7360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Design, setting and population.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Data sources and key measurements.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Analysis — and how bias / confounding were handled.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Just enough detail to judge validity.</a:t>
            </a:r>
            <a:endParaRPr lang="en-US" sz="2200" dirty="0"/>
          </a:p>
        </p:txBody>
      </p:sp>
      <p:sp>
        <p:nvSpPr>
          <p:cNvPr id="24" name="Text 20"/>
          <p:cNvSpPr/>
          <p:nvPr/>
        </p:nvSpPr>
        <p:spPr>
          <a:xfrm>
            <a:off x="7772400" y="69037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Results</a:t>
            </a:r>
            <a:endParaRPr lang="en-US" sz="3000" dirty="0"/>
          </a:p>
        </p:txBody>
      </p:sp>
      <p:sp>
        <p:nvSpPr>
          <p:cNvPr id="25" name="Shape 21"/>
          <p:cNvSpPr/>
          <p:nvPr/>
        </p:nvSpPr>
        <p:spPr>
          <a:xfrm>
            <a:off x="7772400" y="7488936"/>
            <a:ext cx="2011680" cy="0"/>
          </a:xfrm>
          <a:prstGeom prst="line">
            <a:avLst/>
          </a:prstGeom>
          <a:noFill/>
          <a:ln w="38100">
            <a:solidFill>
              <a:srgbClr val="C8102E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772400" y="7653528"/>
            <a:ext cx="6400800" cy="8961120"/>
          </a:xfrm>
          <a:prstGeom prst="roundRect">
            <a:avLst>
              <a:gd name="adj" fmla="val 714"/>
            </a:avLst>
          </a:prstGeom>
          <a:solidFill>
            <a:srgbClr val="FFF1F3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229600" y="7653528"/>
            <a:ext cx="5486400" cy="896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main figure or table.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Lead with the result, not the method —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label the axes and give numbers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with 95% confidence intervals.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7772400" y="17071848"/>
            <a:ext cx="6400800" cy="6035040"/>
          </a:xfrm>
          <a:prstGeom prst="roundRect">
            <a:avLst>
              <a:gd name="adj" fmla="val 758"/>
            </a:avLst>
          </a:prstGeom>
          <a:solidFill>
            <a:srgbClr val="FFF1F3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229600" y="17071848"/>
            <a:ext cx="5486400" cy="6035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second figure or a key table —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only if it adds something new.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7772400" y="23564088"/>
            <a:ext cx="6400800" cy="2377440"/>
          </a:xfrm>
          <a:prstGeom prst="roundRect">
            <a:avLst>
              <a:gd name="adj" fmla="val 1923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138160" y="23838408"/>
            <a:ext cx="5669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74101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numbers — </a:t>
            </a:r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 effect sizes with confidence intervals, not p-values alone.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14721840" y="69037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Conclusions &amp; interpretation</a:t>
            </a:r>
            <a:endParaRPr lang="en-US" sz="3000" dirty="0"/>
          </a:p>
        </p:txBody>
      </p:sp>
      <p:sp>
        <p:nvSpPr>
          <p:cNvPr id="33" name="Shape 29"/>
          <p:cNvSpPr/>
          <p:nvPr/>
        </p:nvSpPr>
        <p:spPr>
          <a:xfrm>
            <a:off x="14721840" y="7488936"/>
            <a:ext cx="2011680" cy="0"/>
          </a:xfrm>
          <a:prstGeom prst="line">
            <a:avLst/>
          </a:prstGeom>
          <a:noFill/>
          <a:ln w="38100">
            <a:solidFill>
              <a:srgbClr val="C8102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4721840" y="7653528"/>
            <a:ext cx="6400800" cy="6400800"/>
          </a:xfrm>
          <a:prstGeom prst="roundRect">
            <a:avLst>
              <a:gd name="adj" fmla="val 714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15087600" y="7909560"/>
            <a:ext cx="5669280" cy="5897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the main finding means · one honest limitation · the implication for Nordic lung-cancer practice or research. Don’t overclaim.</a:t>
            </a:r>
            <a:endParaRPr lang="en-US" sz="2200" dirty="0"/>
          </a:p>
        </p:txBody>
      </p:sp>
      <p:sp>
        <p:nvSpPr>
          <p:cNvPr id="36" name="Text 32"/>
          <p:cNvSpPr/>
          <p:nvPr/>
        </p:nvSpPr>
        <p:spPr>
          <a:xfrm>
            <a:off x="14721840" y="14602968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7" name="Shape 33"/>
          <p:cNvSpPr/>
          <p:nvPr/>
        </p:nvSpPr>
        <p:spPr>
          <a:xfrm>
            <a:off x="14721840" y="15188184"/>
            <a:ext cx="2011680" cy="0"/>
          </a:xfrm>
          <a:prstGeom prst="line">
            <a:avLst/>
          </a:prstGeom>
          <a:noFill/>
          <a:ln w="38100">
            <a:solidFill>
              <a:srgbClr val="C8102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4721840" y="15352776"/>
            <a:ext cx="6400800" cy="4023360"/>
          </a:xfrm>
          <a:prstGeom prst="roundRect">
            <a:avLst>
              <a:gd name="adj" fmla="val 1136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15087600" y="15608808"/>
            <a:ext cx="566928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3–5 key references, Vancouver style.</a:t>
            </a:r>
            <a:endParaRPr lang="en-US" sz="2200" dirty="0"/>
          </a:p>
        </p:txBody>
      </p:sp>
      <p:sp>
        <p:nvSpPr>
          <p:cNvPr id="40" name="Text 36"/>
          <p:cNvSpPr/>
          <p:nvPr/>
        </p:nvSpPr>
        <p:spPr>
          <a:xfrm>
            <a:off x="14721840" y="19924776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Acknowledgements &amp; funding</a:t>
            </a:r>
            <a:endParaRPr lang="en-US" sz="3000" dirty="0"/>
          </a:p>
        </p:txBody>
      </p:sp>
      <p:sp>
        <p:nvSpPr>
          <p:cNvPr id="41" name="Shape 37"/>
          <p:cNvSpPr/>
          <p:nvPr/>
        </p:nvSpPr>
        <p:spPr>
          <a:xfrm>
            <a:off x="14721840" y="20509992"/>
            <a:ext cx="2011680" cy="0"/>
          </a:xfrm>
          <a:prstGeom prst="line">
            <a:avLst/>
          </a:prstGeom>
          <a:noFill/>
          <a:ln w="38100">
            <a:solidFill>
              <a:srgbClr val="C8102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4721840" y="20674584"/>
            <a:ext cx="6400800" cy="3840480"/>
          </a:xfrm>
          <a:prstGeom prst="roundRect">
            <a:avLst>
              <a:gd name="adj" fmla="val 1190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15087600" y="20930616"/>
            <a:ext cx="5669280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Funding sources, collaborators, and a contact email.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0" y="28803600"/>
            <a:ext cx="21387816" cy="1472184"/>
          </a:xfrm>
          <a:prstGeom prst="rect">
            <a:avLst/>
          </a:prstGeom>
          <a:solidFill>
            <a:srgbClr val="74101F"/>
          </a:solidFill>
          <a:ln/>
        </p:spPr>
      </p:sp>
      <p:pic>
        <p:nvPicPr>
          <p:cNvPr id="45" name="Image 2" descr="/Users/heidiandersen/ntog/ntog-logo-102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059632"/>
            <a:ext cx="960120" cy="960120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2103120" y="28803600"/>
            <a:ext cx="18470880" cy="1472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Contact: [ email@institution ]      ·      ntog.org/ntog2027      ·      #NLCS2027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2026-06-20T15:35:08Z</dcterms:created>
  <dcterms:modified xsi:type="dcterms:W3CDTF">2026-06-20T15:35:08Z</dcterms:modified>
</cp:coreProperties>
</file>