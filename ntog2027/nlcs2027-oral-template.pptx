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3" name="Image 0" descr="/Users/heidiandersen/ntog/ntog-logo-1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58" y="601218"/>
            <a:ext cx="672084" cy="67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NLCS 2027  ·  COPENHAGEN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Presentation title ]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D2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Presenter name — Affiliation ]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D2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13–15 May 2027  ·  Scandic Copenhagen, Denmark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B9C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Oral presentation template — edit in PowerPoint, Keynote or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410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Disclosures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3931920"/>
          </a:xfrm>
          <a:prstGeom prst="roundRect">
            <a:avLst>
              <a:gd name="adj" fmla="val 1395"/>
            </a:avLst>
          </a:prstGeom>
          <a:solidFill>
            <a:srgbClr val="FFF1F3"/>
          </a:solidFill>
          <a:ln w="12700">
            <a:solidFill>
              <a:srgbClr val="F2B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 any conflicts of interest relevant to this work — or write “None declared”.</a:t>
            </a:r>
            <a:endParaRPr lang="en-US" sz="2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 funding or sponsorship.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6" name="Image 0" descr="/Users/heidiandersen/ntog/ntog-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" y="6321247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6263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ntog.org/ntog2027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6263640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Nordic Lung Cancer Symposium 2027  ·  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410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clinical problem — why it matters, and how common it is.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problem — what is the unmet need?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 — impact on patients, care or outcomes.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common — incidence / prevalence / scale in the Nordic setting.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6" name="Image 0" descr="/Users/heidiandersen/ntog/ntog-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" y="6321247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6263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ntog.org/ntog2027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6263640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Nordic Lung Cancer Symposium 2027  ·  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410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FF1F3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7410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 State the single question this study set out to answer. ]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6263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6" name="Image 0" descr="/Users/heidiandersen/ntog/ntog-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" y="6321247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6263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ntog.org/ntog2027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6263640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Nordic Lung Cancer Symposium 2027  ·  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410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Design, setting and population.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sources and measurements.</a:t>
            </a:r>
            <a:endParaRPr lang="en-US" sz="2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22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5" name="Image 0" descr="/Users/heidiandersen/ntog/ntog-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" y="6321247"/>
            <a:ext cx="268834" cy="268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6263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ntog.org/ntog2027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6263640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Nordic Lung Cancer Symposium 2027  ·  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410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315200" cy="4023360"/>
          </a:xfrm>
          <a:prstGeom prst="roundRect">
            <a:avLst>
              <a:gd name="adj" fmla="val 1364"/>
            </a:avLst>
          </a:prstGeom>
          <a:solidFill>
            <a:srgbClr val="FFF1F3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7315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Figure / table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623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1. [ Caption — what the reader should take away.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155448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Take-home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83880" y="2057400"/>
            <a:ext cx="345643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525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One-sentence interpretation of the key result. 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6263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9" name="Image 0" descr="/Users/heidiandersen/ntog/ntog-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" y="6321247"/>
            <a:ext cx="268834" cy="2688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6263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ntog.org/ntog2027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6263640"/>
            <a:ext cx="4050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Nordic Lung Cancer Symposium 2027  ·  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Conclusions &amp; interpretation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finding — in one sentence.</a:t>
            </a:r>
            <a:endParaRPr lang="en-US" sz="2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Interpretation — what does it mean?</a:t>
            </a:r>
            <a:endParaRPr lang="en-US" sz="2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Implication — for Nordic lung-cancer care or research.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D2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Name ]  ·  [ email@institution ]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B8C2"/>
            </a:solidFill>
            <a:prstDash val="solid"/>
          </a:ln>
        </p:spPr>
      </p:sp>
      <p:pic>
        <p:nvPicPr>
          <p:cNvPr id="5" name="Image 0" descr="/Users/heidiandersen/ntog/ntog-logo-10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2578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ntog.org/ntog2027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D2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#NLCS2027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2026-06-20T05:29:54Z</dcterms:created>
  <dcterms:modified xsi:type="dcterms:W3CDTF">2026-06-20T05:29:54Z</dcterms:modified>
</cp:coreProperties>
</file>